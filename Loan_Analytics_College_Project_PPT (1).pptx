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62" y="58"/>
      </p:cViewPr>
      <p:guideLst>
        <p:guide orient="horz" pos="2160"/>
        <p:guide pos="2880"/>
      </p:guideLst>
    </p:cSldViewPr>
  </p:slid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D04E3-31DF-43C8-A4AA-7A394F5DE03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1FE18-4C61-49A6-B01A-9D3DE347A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05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1FE18-4C61-49A6-B01A-9D3DE347A42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838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5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9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77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4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86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3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01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3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02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3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77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8559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20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82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19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1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2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937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1064" y="702304"/>
            <a:ext cx="5975496" cy="1176299"/>
          </a:xfrm>
        </p:spPr>
        <p:txBody>
          <a:bodyPr>
            <a:normAutofit fontScale="90000"/>
          </a:bodyPr>
          <a:lstStyle/>
          <a:p>
            <a:r>
              <a:rPr sz="4400" dirty="0"/>
              <a:t>Loan Analytics &amp; Prediction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8411" y="2467639"/>
            <a:ext cx="6889895" cy="3805570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Name :  Riddhi Panchal (Leader)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          Vighnesh Vandra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          Rudraksh </a:t>
            </a:r>
            <a:r>
              <a:rPr lang="en-US" sz="1600" dirty="0" err="1">
                <a:solidFill>
                  <a:schemeClr val="tx1"/>
                </a:solidFill>
              </a:rPr>
              <a:t>jadav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Roll No : 2204050200198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             2204050200185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             2204050200033</a:t>
            </a:r>
          </a:p>
          <a:p>
            <a:r>
              <a:rPr lang="en-US" sz="1600" dirty="0">
                <a:solidFill>
                  <a:schemeClr val="tx1"/>
                </a:solidFill>
              </a:rPr>
              <a:t>Silver Oak University </a:t>
            </a:r>
          </a:p>
          <a:p>
            <a:r>
              <a:rPr lang="en-US" sz="1600" dirty="0">
                <a:solidFill>
                  <a:schemeClr val="tx1"/>
                </a:solidFill>
              </a:rPr>
              <a:t>Sem : 7</a:t>
            </a:r>
          </a:p>
          <a:p>
            <a:r>
              <a:rPr lang="en-US" sz="1600" dirty="0">
                <a:solidFill>
                  <a:schemeClr val="tx1"/>
                </a:solidFill>
              </a:rPr>
              <a:t>IMSC.IT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Loan Analytics &amp; Prediction System is designed to help financial institutions analyze applicant data and predict the likelihood of loan approval.</a:t>
            </a:r>
          </a:p>
          <a:p>
            <a:endParaRPr/>
          </a:p>
          <a:p>
            <a:r>
              <a:t>It integrates Machine Learning with data visualization for better decision making.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Banks and financial institutions face challenges in loan approval due to:</a:t>
            </a:r>
          </a:p>
          <a:p>
            <a:r>
              <a:rPr dirty="0"/>
              <a:t>- High risk of loan defaults</a:t>
            </a:r>
          </a:p>
          <a:p>
            <a:r>
              <a:rPr dirty="0"/>
              <a:t>- Manual and time-consuming evaluation</a:t>
            </a:r>
          </a:p>
          <a:p>
            <a:r>
              <a:rPr dirty="0"/>
              <a:t>- Lack of predictive insights</a:t>
            </a:r>
          </a:p>
          <a:p>
            <a:r>
              <a:rPr dirty="0"/>
              <a:t>This project aims to solve these problems using data-driven approaches.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Analyze historical loan applicant data</a:t>
            </a:r>
          </a:p>
          <a:p>
            <a:r>
              <a:t>2. Identify patterns and correlations</a:t>
            </a:r>
          </a:p>
          <a:p>
            <a:r>
              <a:t>3. Build predictive models to classify loan approval</a:t>
            </a:r>
          </a:p>
          <a:p>
            <a:r>
              <a:t>4. Develop dashboards for visualization</a:t>
            </a:r>
          </a:p>
          <a:p>
            <a:r>
              <a:t>5. Provide insights for decision-making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dataset includes information such as:</a:t>
            </a:r>
          </a:p>
          <a:p>
            <a:r>
              <a:rPr dirty="0"/>
              <a:t>- Applicant demographics (Gender, Education, Marital Status)</a:t>
            </a:r>
          </a:p>
          <a:p>
            <a:r>
              <a:rPr dirty="0"/>
              <a:t>- Financial details (Income, Loan Amount, Credit History)</a:t>
            </a:r>
          </a:p>
          <a:p>
            <a:r>
              <a:rPr dirty="0"/>
              <a:t>- Loan Status (Approved / Not </a:t>
            </a:r>
            <a:r>
              <a:rPr dirty="0" err="1"/>
              <a:t>Approv</a:t>
            </a:r>
            <a:r>
              <a:rPr lang="en-IN" dirty="0"/>
              <a:t>ed)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Python (Pandas, NumPy, Scikit-learn)</a:t>
            </a:r>
          </a:p>
          <a:p>
            <a:r>
              <a:rPr dirty="0"/>
              <a:t>- Power BI (Interactive Dashboard)</a:t>
            </a:r>
          </a:p>
          <a:p>
            <a:r>
              <a:rPr dirty="0"/>
              <a:t>- </a:t>
            </a:r>
            <a:r>
              <a:rPr dirty="0" err="1"/>
              <a:t>Jupyter</a:t>
            </a:r>
            <a:r>
              <a:rPr dirty="0"/>
              <a:t> Notebook (Code Development)</a:t>
            </a:r>
          </a:p>
          <a:p>
            <a:r>
              <a:rPr dirty="0"/>
              <a:t>- Libraries: Matplotlib, Seaborn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&amp; Preprocessing</a:t>
            </a:r>
          </a:p>
          <a:p>
            <a:r>
              <a:t>2. Exploratory Data Analysis (EDA)</a:t>
            </a:r>
          </a:p>
          <a:p>
            <a:r>
              <a:t>3. Feature Engineering</a:t>
            </a:r>
          </a:p>
          <a:p>
            <a:r>
              <a:t>4. Model Selection &amp; Training</a:t>
            </a:r>
          </a:p>
          <a:p>
            <a:r>
              <a:t>5. Model Evaluation</a:t>
            </a:r>
          </a:p>
          <a:p>
            <a:r>
              <a:t>6. Dashboard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38214" cy="4800599"/>
          </a:xfrm>
        </p:spPr>
        <p:txBody>
          <a:bodyPr>
            <a:normAutofit/>
          </a:bodyPr>
          <a:lstStyle/>
          <a:p>
            <a:r>
              <a:rPr dirty="0"/>
              <a:t>Conclusion:</a:t>
            </a:r>
          </a:p>
          <a:p>
            <a:r>
              <a:rPr dirty="0"/>
              <a:t>- Loan analytics improves decision-making</a:t>
            </a:r>
          </a:p>
          <a:p>
            <a:r>
              <a:rPr dirty="0"/>
              <a:t>- Prediction models help reduce loan default risk</a:t>
            </a:r>
          </a:p>
          <a:p>
            <a:endParaRPr dirty="0"/>
          </a:p>
          <a:p>
            <a:r>
              <a:rPr dirty="0"/>
              <a:t>Future Scope:</a:t>
            </a:r>
          </a:p>
          <a:p>
            <a:r>
              <a:rPr dirty="0"/>
              <a:t>- Improve model accuracy with more data</a:t>
            </a:r>
          </a:p>
          <a:p>
            <a:r>
              <a:rPr dirty="0"/>
              <a:t>- Integrate real-time loan application systems</a:t>
            </a:r>
          </a:p>
          <a:p>
            <a:r>
              <a:rPr dirty="0"/>
              <a:t>- Use advanced ML techniques (Deep Learning)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D1D81-CF0D-3318-773F-F464676C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Classifier(EXAMPLE:-)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B35B44-31F9-AF08-7853-4B2B216F4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025" y="1832307"/>
            <a:ext cx="792756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94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dirty="0"/>
              <a:t>Loan Prediction</a:t>
            </a:r>
          </a:p>
          <a:p>
            <a:r>
              <a:rPr dirty="0"/>
              <a:t>- Python &amp; Power BI Documentation</a:t>
            </a:r>
          </a:p>
          <a:p>
            <a:r>
              <a:rPr dirty="0"/>
              <a:t>- Machine Learning Course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79DA-4847-FBCB-B2D6-1881F71D8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0238" y="2121823"/>
            <a:ext cx="6593681" cy="2387600"/>
          </a:xfrm>
        </p:spPr>
        <p:txBody>
          <a:bodyPr anchor="ctr"/>
          <a:lstStyle/>
          <a:p>
            <a:pPr algn="ctr"/>
            <a:r>
              <a:rPr lang="en-US" dirty="0"/>
              <a:t>Thank </a:t>
            </a:r>
            <a:r>
              <a:rPr lang="en-US" dirty="0" err="1"/>
              <a:t>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571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74</TotalTime>
  <Words>320</Words>
  <Application>Microsoft Office PowerPoint</Application>
  <PresentationFormat>On-screen Show (4:3)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Tw Cen MT</vt:lpstr>
      <vt:lpstr>Circuit</vt:lpstr>
      <vt:lpstr>Loan Analytics &amp; Prediction Systems</vt:lpstr>
      <vt:lpstr>Introduction</vt:lpstr>
      <vt:lpstr>Problem Statement</vt:lpstr>
      <vt:lpstr>Objectives</vt:lpstr>
      <vt:lpstr>Dataset Overview</vt:lpstr>
      <vt:lpstr>Tools &amp; Technologies</vt:lpstr>
      <vt:lpstr>Methodology</vt:lpstr>
      <vt:lpstr>Conclusion &amp; Future Scope</vt:lpstr>
      <vt:lpstr>Decision Tree Classifier(EXAMPLE:-)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Riddhi Panchal</dc:creator>
  <cp:keywords/>
  <dc:description>generated using python-pptx</dc:description>
  <cp:lastModifiedBy>Riddhi Panchal</cp:lastModifiedBy>
  <cp:revision>8</cp:revision>
  <dcterms:created xsi:type="dcterms:W3CDTF">2013-01-27T09:14:16Z</dcterms:created>
  <dcterms:modified xsi:type="dcterms:W3CDTF">2025-10-12T17:14:12Z</dcterms:modified>
  <cp:category/>
</cp:coreProperties>
</file>